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54" autoAdjust="0"/>
    <p:restoredTop sz="94660"/>
  </p:normalViewPr>
  <p:slideViewPr>
    <p:cSldViewPr snapToGrid="0">
      <p:cViewPr varScale="1">
        <p:scale>
          <a:sx n="84" d="100"/>
          <a:sy n="84" d="100"/>
        </p:scale>
        <p:origin x="7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/>
          <p:cNvGrpSpPr/>
          <p:nvPr userDrawn="1"/>
        </p:nvGrpSpPr>
        <p:grpSpPr>
          <a:xfrm>
            <a:off x="0" y="2033540"/>
            <a:ext cx="9144000" cy="1190720"/>
            <a:chOff x="0" y="1701304"/>
            <a:chExt cx="9144000" cy="1470025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1701304"/>
              <a:ext cx="9144000" cy="147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86" y="1701304"/>
              <a:ext cx="4504250" cy="144016"/>
            </a:xfrm>
            <a:prstGeom prst="rect">
              <a:avLst/>
            </a:prstGeom>
            <a:solidFill>
              <a:srgbClr val="B8B9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fr-FR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4639750" y="3027313"/>
              <a:ext cx="4504250" cy="144016"/>
            </a:xfrm>
            <a:prstGeom prst="rect">
              <a:avLst/>
            </a:prstGeom>
            <a:solidFill>
              <a:srgbClr val="B53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093043"/>
            <a:ext cx="6858000" cy="957415"/>
          </a:xfrm>
        </p:spPr>
        <p:txBody>
          <a:bodyPr anchor="ctr" anchorCtr="1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kern="1200" dirty="0">
                <a:solidFill>
                  <a:srgbClr val="184A7C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311CEC2-7E8B-58D8-CCB0-C646E738E32C}"/>
              </a:ext>
            </a:extLst>
          </p:cNvPr>
          <p:cNvGrpSpPr/>
          <p:nvPr userDrawn="1"/>
        </p:nvGrpSpPr>
        <p:grpSpPr>
          <a:xfrm>
            <a:off x="1" y="0"/>
            <a:ext cx="9142113" cy="5142439"/>
            <a:chOff x="1" y="0"/>
            <a:chExt cx="9142113" cy="5142439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2BD1688D-D452-497D-8267-D85AE791BD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" y="0"/>
              <a:ext cx="9142113" cy="5142439"/>
            </a:xfrm>
            <a:prstGeom prst="rect">
              <a:avLst/>
            </a:prstGeom>
          </p:spPr>
        </p:pic>
        <p:pic>
          <p:nvPicPr>
            <p:cNvPr id="4" name="Image 3" descr="Une image contenant Police, Graphique, logo, cercle&#10;&#10;Description générée automatiquement">
              <a:extLst>
                <a:ext uri="{FF2B5EF4-FFF2-40B4-BE49-F238E27FC236}">
                  <a16:creationId xmlns:a16="http://schemas.microsoft.com/office/drawing/2014/main" id="{663BE605-13D5-1670-1227-4654C075B8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091" y="4202868"/>
              <a:ext cx="681296" cy="671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50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140A2D93-1740-4C6F-BAE9-B580F7FCE4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34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BCDAC507-911E-4D9A-9367-5747FA03C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464651"/>
            <a:ext cx="7886700" cy="754227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213356"/>
            <a:ext cx="7886700" cy="1022855"/>
          </a:xfrm>
        </p:spPr>
        <p:txBody>
          <a:bodyPr anchor="b" anchorCtr="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39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FA5D0A9F-8F33-4831-AD7D-2432557235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79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5">
            <a:extLst>
              <a:ext uri="{FF2B5EF4-FFF2-40B4-BE49-F238E27FC236}">
                <a16:creationId xmlns:a16="http://schemas.microsoft.com/office/drawing/2014/main" id="{0DF48902-085D-4BC8-BCCD-313EBE1A0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73811"/>
            <a:ext cx="7886700" cy="5127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73706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89494"/>
            <a:ext cx="3868340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973706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589494"/>
            <a:ext cx="3887391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16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D2195C6D-45B2-4126-88D3-5A236E8B5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842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ed de pag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22DBC290-2349-4FC5-ABDF-9CB28F53C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1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11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15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88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5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56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70751FDA-1D85-4E19-80EA-B0CE6B0CE4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738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6461"/>
            <a:ext cx="7886700" cy="3716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7125" y="4797491"/>
            <a:ext cx="8644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fld id="{51A6EA8C-2C90-4E49-8C34-37882B6FFE4F}" type="datetimeFigureOut">
              <a:rPr lang="fr-FR" smtClean="0"/>
              <a:pPr/>
              <a:t>28/05/2026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97491"/>
            <a:ext cx="42583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648" y="4797491"/>
            <a:ext cx="6107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184A7C"/>
                </a:solidFill>
              </a:defRPr>
            </a:lvl1pPr>
          </a:lstStyle>
          <a:p>
            <a:fld id="{33B8C7BD-462B-48D7-8427-09CAA7096E3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71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184A7C"/>
          </a:solidFill>
          <a:latin typeface="+mn-lt"/>
          <a:ea typeface="+mj-ea"/>
          <a:cs typeface="+mj-cs"/>
        </a:defRPr>
      </a:lvl1pPr>
    </p:titleStyle>
    <p:body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6"/>
        </a:buBlip>
        <a:tabLst/>
        <a:defRPr sz="2400" b="1" kern="1200">
          <a:solidFill>
            <a:srgbClr val="184A7C"/>
          </a:solidFill>
          <a:latin typeface="+mn-lt"/>
          <a:ea typeface="+mn-ea"/>
          <a:cs typeface="+mn-cs"/>
        </a:defRPr>
      </a:lvl1pPr>
      <a:lvl2pPr marL="533400" marR="0" indent="-28575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7"/>
        </a:buBlip>
        <a:tabLst/>
        <a:defRPr sz="2000" kern="1200">
          <a:solidFill>
            <a:srgbClr val="184A7C"/>
          </a:solidFill>
          <a:latin typeface="+mn-lt"/>
          <a:ea typeface="+mn-ea"/>
          <a:cs typeface="+mn-cs"/>
        </a:defRPr>
      </a:lvl2pPr>
      <a:lvl3pPr marL="717550" marR="0" indent="-2667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8"/>
        </a:buBlip>
        <a:tabLst/>
        <a:defRPr sz="1800" kern="1200">
          <a:solidFill>
            <a:srgbClr val="184A7C"/>
          </a:solidFill>
          <a:latin typeface="+mn-lt"/>
          <a:ea typeface="+mn-ea"/>
          <a:cs typeface="+mn-cs"/>
        </a:defRPr>
      </a:lvl3pPr>
      <a:lvl4pPr marL="987425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9"/>
        </a:buBlip>
        <a:tabLst/>
        <a:defRPr sz="1600" i="1" kern="1200">
          <a:solidFill>
            <a:srgbClr val="184A7C"/>
          </a:solidFill>
          <a:latin typeface="+mn-lt"/>
          <a:ea typeface="+mn-ea"/>
          <a:cs typeface="+mn-cs"/>
        </a:defRPr>
      </a:lvl4pPr>
      <a:lvl5pPr marL="1246188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20"/>
        </a:buBlip>
        <a:tabLst/>
        <a:defRPr sz="1600" kern="1200">
          <a:solidFill>
            <a:srgbClr val="184A7C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2001603"/>
            <a:ext cx="6858000" cy="957415"/>
          </a:xfrm>
        </p:spPr>
        <p:txBody>
          <a:bodyPr>
            <a:normAutofit/>
          </a:bodyPr>
          <a:lstStyle/>
          <a:p>
            <a:r>
              <a:rPr lang="fr-FR" b="1" dirty="0"/>
              <a:t>TAC — Architecture CRUD de l’API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E0FD771-3B8E-E019-F742-113477F9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435" y="260848"/>
            <a:ext cx="1510850" cy="7698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82A2454-C9B2-BE92-57E8-25153AF43A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139" y="83770"/>
            <a:ext cx="1162998" cy="11240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AD411B4E-6E61-83A3-154F-38BB12EB8229}"/>
              </a:ext>
            </a:extLst>
          </p:cNvPr>
          <p:cNvSpPr txBox="1"/>
          <p:nvPr/>
        </p:nvSpPr>
        <p:spPr>
          <a:xfrm>
            <a:off x="4251960" y="3752836"/>
            <a:ext cx="112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/>
              <a:t>05/29/2026</a:t>
            </a:r>
          </a:p>
        </p:txBody>
      </p:sp>
    </p:spTree>
    <p:extLst>
      <p:ext uri="{BB962C8B-B14F-4D97-AF65-F5344CB8AC3E}">
        <p14:creationId xmlns:p14="http://schemas.microsoft.com/office/powerpoint/2010/main" val="266366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269A5-CF96-3E7C-5130-70C3F432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 de la présentation</a:t>
            </a:r>
            <a:endParaRPr lang="fr-FR" b="1" dirty="0">
              <a:cs typeface="Times New Roman" panose="02020603050405020304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58721A1-6C1D-DBB9-C7E8-10C4EAE8B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9E13667-82D6-D2EA-E5DE-939BD12E6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ECBB2846-27B9-F14D-302B-30ABFCFE0EE1}"/>
              </a:ext>
            </a:extLst>
          </p:cNvPr>
          <p:cNvSpPr txBox="1">
            <a:spLocks/>
          </p:cNvSpPr>
          <p:nvPr/>
        </p:nvSpPr>
        <p:spPr>
          <a:xfrm>
            <a:off x="690065" y="976135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>
                <a:cs typeface="Times New Roman" panose="02020603050405020304" pitchFamily="18" charset="0"/>
              </a:rPr>
              <a:t>1 - </a:t>
            </a:r>
            <a:r>
              <a:rPr lang="fr-FR" sz="2000" b="1" dirty="0"/>
              <a:t>Flux global du système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ADEB7CC-52F9-CA22-D899-A38EF3503F29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  <a:endParaRPr lang="fr-FR" b="1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4346614-A115-BB1C-0E08-5E06E3160334}"/>
              </a:ext>
            </a:extLst>
          </p:cNvPr>
          <p:cNvSpPr txBox="1">
            <a:spLocks/>
          </p:cNvSpPr>
          <p:nvPr/>
        </p:nvSpPr>
        <p:spPr>
          <a:xfrm>
            <a:off x="690065" y="1519834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2 - Tableau CRUD</a:t>
            </a:r>
          </a:p>
        </p:txBody>
      </p:sp>
    </p:spTree>
    <p:extLst>
      <p:ext uri="{BB962C8B-B14F-4D97-AF65-F5344CB8AC3E}">
        <p14:creationId xmlns:p14="http://schemas.microsoft.com/office/powerpoint/2010/main" val="213227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EE6ED4F1-DAF2-BA0E-35C4-316FA14C62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4D540A5-2887-9E0F-D4D6-5E30060D0D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C10917A0-17BF-F5AA-C3AD-4C1D13FA33E8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  <a:endParaRPr lang="fr-FR" b="1" dirty="0"/>
          </a:p>
        </p:txBody>
      </p:sp>
      <p:sp>
        <p:nvSpPr>
          <p:cNvPr id="30" name="Titre 1">
            <a:extLst>
              <a:ext uri="{FF2B5EF4-FFF2-40B4-BE49-F238E27FC236}">
                <a16:creationId xmlns:a16="http://schemas.microsoft.com/office/drawing/2014/main" id="{FFDDADAC-2F6E-DFAF-7F4B-2FC305F484A9}"/>
              </a:ext>
            </a:extLst>
          </p:cNvPr>
          <p:cNvSpPr txBox="1">
            <a:spLocks/>
          </p:cNvSpPr>
          <p:nvPr/>
        </p:nvSpPr>
        <p:spPr>
          <a:xfrm>
            <a:off x="628650" y="1738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800" b="1" dirty="0"/>
              <a:t>Flux global du système</a:t>
            </a:r>
            <a:endParaRPr lang="fr-FR" b="1" dirty="0">
              <a:cs typeface="Times New Roman" panose="02020603050405020304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AC95FC4-8ADC-C763-2F08-CF58177F1C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22" y="852729"/>
            <a:ext cx="4073978" cy="380238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ED99F6E-2418-34E3-0B49-D3D246C4CD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67" y="890829"/>
            <a:ext cx="4045318" cy="368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62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Tableau CRUD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  <a:endParaRPr lang="fr-FR" b="1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F379CAF-2FF4-BD4B-F431-A4B293D65B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85" y="1827987"/>
            <a:ext cx="4124807" cy="108440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1D5C9A6-4D76-63AF-0B43-2B4E2EC00A5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474" y="1065258"/>
            <a:ext cx="4922526" cy="347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475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LIRIS_2015">
      <a:dk1>
        <a:srgbClr val="184A7C"/>
      </a:dk1>
      <a:lt1>
        <a:sysClr val="window" lastClr="FFFFFF"/>
      </a:lt1>
      <a:dk2>
        <a:srgbClr val="727CA1"/>
      </a:dk2>
      <a:lt2>
        <a:srgbClr val="EEECE1"/>
      </a:lt2>
      <a:accent1>
        <a:srgbClr val="B5397D"/>
      </a:accent1>
      <a:accent2>
        <a:srgbClr val="B8B90C"/>
      </a:accent2>
      <a:accent3>
        <a:srgbClr val="9571AB"/>
      </a:accent3>
      <a:accent4>
        <a:srgbClr val="A0C7E7"/>
      </a:accent4>
      <a:accent5>
        <a:srgbClr val="368AD2"/>
      </a:accent5>
      <a:accent6>
        <a:srgbClr val="FF8D40"/>
      </a:accent6>
      <a:hlink>
        <a:srgbClr val="B5397D"/>
      </a:hlink>
      <a:folHlink>
        <a:srgbClr val="800080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4" id="{7D53479B-BFB6-4E85-BA88-194112626D1D}" vid="{7CEA4CB0-7113-45A9-A115-E97C542A1D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theme_LIRIS_16_9e_2024</Template>
  <TotalTime>0</TotalTime>
  <Words>30</Words>
  <Application>Microsoft Office PowerPoint</Application>
  <PresentationFormat>Affichage à l'écran (16:9)</PresentationFormat>
  <Paragraphs>10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Thème Office</vt:lpstr>
      <vt:lpstr>TAC — Architecture CRUD de l’API</vt:lpstr>
      <vt:lpstr>Plan de la présentation</vt:lpstr>
      <vt:lpstr>Présentation PowerPoint</vt:lpstr>
      <vt:lpstr>Tableau CRUD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Asri Rida</dc:creator>
  <cp:lastModifiedBy>Asri Rida</cp:lastModifiedBy>
  <cp:revision>5</cp:revision>
  <dcterms:created xsi:type="dcterms:W3CDTF">2026-05-20T12:58:41Z</dcterms:created>
  <dcterms:modified xsi:type="dcterms:W3CDTF">2026-05-29T12:25:55Z</dcterms:modified>
</cp:coreProperties>
</file>