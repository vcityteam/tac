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04/06/2026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Architecture globale du système TAC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06/05/2026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CBB2846-27B9-F14D-302B-30ABFCFE0EE1}"/>
              </a:ext>
            </a:extLst>
          </p:cNvPr>
          <p:cNvSpPr txBox="1">
            <a:spLocks/>
          </p:cNvSpPr>
          <p:nvPr/>
        </p:nvSpPr>
        <p:spPr>
          <a:xfrm>
            <a:off x="690065" y="976135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000" b="1" dirty="0">
                <a:cs typeface="Times New Roman" panose="02020603050405020304" pitchFamily="18" charset="0"/>
              </a:rPr>
              <a:t>1 - </a:t>
            </a:r>
            <a:r>
              <a:rPr lang="fr-FR" sz="2000" b="1" dirty="0"/>
              <a:t>Flux global du système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519834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Tableau CRUD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2048293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3 - Architecture MVC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56554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4 – Technologies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319708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>
                <a:latin typeface="Calibri (Corps)"/>
              </a:rPr>
              <a:t>5 – </a:t>
            </a:r>
            <a:r>
              <a:rPr lang="fr-FR" altLang="fr-FR" sz="2000" b="1" dirty="0">
                <a:solidFill>
                  <a:schemeClr val="tx1"/>
                </a:solidFill>
                <a:latin typeface="Calibri (Corps)"/>
              </a:rPr>
              <a:t>Prompt Engineering</a:t>
            </a:r>
            <a:endParaRPr lang="fr-FR" altLang="fr-FR" sz="2000" dirty="0">
              <a:solidFill>
                <a:schemeClr val="tx1"/>
              </a:solidFill>
              <a:latin typeface="Calibri (Corps)"/>
            </a:endParaRPr>
          </a:p>
          <a:p>
            <a:endParaRPr lang="fr-FR" sz="2000" b="1" dirty="0"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EE6ED4F1-DAF2-BA0E-35C4-316FA14C62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4D540A5-2887-9E0F-D4D6-5E30060D0D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10917A0-17BF-F5AA-C3AD-4C1D13FA33E8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sp>
        <p:nvSpPr>
          <p:cNvPr id="30" name="Titre 1">
            <a:extLst>
              <a:ext uri="{FF2B5EF4-FFF2-40B4-BE49-F238E27FC236}">
                <a16:creationId xmlns:a16="http://schemas.microsoft.com/office/drawing/2014/main" id="{FFDDADAC-2F6E-DFAF-7F4B-2FC305F484A9}"/>
              </a:ext>
            </a:extLst>
          </p:cNvPr>
          <p:cNvSpPr txBox="1">
            <a:spLocks/>
          </p:cNvSpPr>
          <p:nvPr/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800" b="1" dirty="0"/>
              <a:t>Flux global du système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4D23AB1-5E97-CAE8-EB66-01D999869E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76" y="887830"/>
            <a:ext cx="3302384" cy="3732179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3684DF9-D293-1D82-5EC1-8EAFB98F6A96}"/>
              </a:ext>
            </a:extLst>
          </p:cNvPr>
          <p:cNvCxnSpPr>
            <a:cxnSpLocks/>
          </p:cNvCxnSpPr>
          <p:nvPr/>
        </p:nvCxnSpPr>
        <p:spPr>
          <a:xfrm>
            <a:off x="4442346" y="975360"/>
            <a:ext cx="0" cy="35280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7A800FD8-C9C3-4777-42CC-A27E286659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576" y="834975"/>
            <a:ext cx="3965440" cy="373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6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Tableau CRUD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8C2C8D0-30A7-129C-5359-2FEFC8DB47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773" y="1035813"/>
            <a:ext cx="5096454" cy="348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Architecture MVC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F2EBD4A-28BF-FCE8-9071-B1FF6D1259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593" y="807720"/>
            <a:ext cx="374881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Technologies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ABFBE2B-3F17-9734-E93D-550C95535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41" y="928588"/>
            <a:ext cx="4135078" cy="360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9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sz="2800" b="1" dirty="0">
                <a:solidFill>
                  <a:schemeClr val="tx1"/>
                </a:solidFill>
                <a:latin typeface="Calibri (Corps)"/>
              </a:rPr>
              <a:t>Prompt Engineering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  <a:endParaRPr lang="fr-FR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327E7F7-7FFE-B6DD-B25E-FB302294A2F2}"/>
              </a:ext>
            </a:extLst>
          </p:cNvPr>
          <p:cNvSpPr txBox="1">
            <a:spLocks/>
          </p:cNvSpPr>
          <p:nvPr/>
        </p:nvSpPr>
        <p:spPr>
          <a:xfrm>
            <a:off x="628650" y="111107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b="1" dirty="0">
              <a:latin typeface="Calibri (Corps)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710CEB5-95B9-07CC-D4C6-F730101F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157238"/>
            <a:ext cx="417293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Démonstration dans le dossier de Prompt Engineering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0849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55</Words>
  <Application>Microsoft Office PowerPoint</Application>
  <PresentationFormat>Affichage à l'écran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(Corps)</vt:lpstr>
      <vt:lpstr>Times New Roman</vt:lpstr>
      <vt:lpstr>Thème Office</vt:lpstr>
      <vt:lpstr>Architecture globale du système TAC</vt:lpstr>
      <vt:lpstr>Plan de la présentation</vt:lpstr>
      <vt:lpstr>Présentation PowerPoint</vt:lpstr>
      <vt:lpstr>Tableau CRUD</vt:lpstr>
      <vt:lpstr>Architecture MVC</vt:lpstr>
      <vt:lpstr>Technologies</vt:lpstr>
      <vt:lpstr>Prompt Engineering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11</cp:revision>
  <dcterms:created xsi:type="dcterms:W3CDTF">2026-05-20T12:58:41Z</dcterms:created>
  <dcterms:modified xsi:type="dcterms:W3CDTF">2026-06-05T15:42:39Z</dcterms:modified>
</cp:coreProperties>
</file>