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302" r:id="rId5"/>
    <p:sldId id="285" r:id="rId6"/>
    <p:sldId id="286" r:id="rId7"/>
    <p:sldId id="312" r:id="rId8"/>
    <p:sldId id="313" r:id="rId9"/>
    <p:sldId id="303" r:id="rId10"/>
    <p:sldId id="314" r:id="rId11"/>
    <p:sldId id="315" r:id="rId12"/>
    <p:sldId id="304" r:id="rId13"/>
    <p:sldId id="316" r:id="rId14"/>
    <p:sldId id="317" r:id="rId15"/>
    <p:sldId id="305" r:id="rId16"/>
    <p:sldId id="318" r:id="rId17"/>
    <p:sldId id="319" r:id="rId18"/>
    <p:sldId id="306" r:id="rId19"/>
    <p:sldId id="320" r:id="rId20"/>
    <p:sldId id="321" r:id="rId21"/>
    <p:sldId id="307" r:id="rId22"/>
    <p:sldId id="322" r:id="rId23"/>
    <p:sldId id="324" r:id="rId24"/>
    <p:sldId id="325" r:id="rId25"/>
    <p:sldId id="326" r:id="rId26"/>
    <p:sldId id="327" r:id="rId27"/>
    <p:sldId id="323" r:id="rId28"/>
    <p:sldId id="334" r:id="rId29"/>
    <p:sldId id="335" r:id="rId30"/>
    <p:sldId id="328" r:id="rId31"/>
    <p:sldId id="336" r:id="rId32"/>
    <p:sldId id="337" r:id="rId33"/>
    <p:sldId id="329" r:id="rId34"/>
    <p:sldId id="338" r:id="rId35"/>
    <p:sldId id="339" r:id="rId36"/>
    <p:sldId id="330" r:id="rId37"/>
    <p:sldId id="340" r:id="rId38"/>
    <p:sldId id="341" r:id="rId39"/>
    <p:sldId id="331" r:id="rId40"/>
    <p:sldId id="342" r:id="rId41"/>
    <p:sldId id="343" r:id="rId42"/>
    <p:sldId id="332" r:id="rId43"/>
    <p:sldId id="344" r:id="rId44"/>
    <p:sldId id="345" r:id="rId45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60"/>
  </p:normalViewPr>
  <p:slideViewPr>
    <p:cSldViewPr snapToGrid="0">
      <p:cViewPr varScale="1">
        <p:scale>
          <a:sx n="84" d="100"/>
          <a:sy n="84" d="100"/>
        </p:scale>
        <p:origin x="7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 userDrawn="1"/>
        </p:nvGrpSpPr>
        <p:grpSpPr>
          <a:xfrm>
            <a:off x="0" y="2033540"/>
            <a:ext cx="9144000" cy="1190720"/>
            <a:chOff x="0" y="1701304"/>
            <a:chExt cx="9144000" cy="1470025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701304"/>
              <a:ext cx="9144000" cy="147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86" y="1701304"/>
              <a:ext cx="4504250" cy="144016"/>
            </a:xfrm>
            <a:prstGeom prst="rect">
              <a:avLst/>
            </a:prstGeom>
            <a:solidFill>
              <a:srgbClr val="B8B9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639750" y="3027313"/>
              <a:ext cx="4504250" cy="144016"/>
            </a:xfrm>
            <a:prstGeom prst="rect">
              <a:avLst/>
            </a:prstGeom>
            <a:solidFill>
              <a:srgbClr val="B53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93043"/>
            <a:ext cx="6858000" cy="957415"/>
          </a:xfrm>
        </p:spPr>
        <p:txBody>
          <a:bodyPr anchor="ctr" anchorCtr="1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311CEC2-7E8B-58D8-CCB0-C646E738E32C}"/>
              </a:ext>
            </a:extLst>
          </p:cNvPr>
          <p:cNvGrpSpPr/>
          <p:nvPr userDrawn="1"/>
        </p:nvGrpSpPr>
        <p:grpSpPr>
          <a:xfrm>
            <a:off x="1" y="0"/>
            <a:ext cx="9142113" cy="5142439"/>
            <a:chOff x="1" y="0"/>
            <a:chExt cx="9142113" cy="514243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2BD1688D-D452-497D-8267-D85AE791BD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" y="0"/>
              <a:ext cx="9142113" cy="5142439"/>
            </a:xfrm>
            <a:prstGeom prst="rect">
              <a:avLst/>
            </a:prstGeom>
          </p:spPr>
        </p:pic>
        <p:pic>
          <p:nvPicPr>
            <p:cNvPr id="4" name="Image 3" descr="Une image contenant Police, Graphique, logo, cercle&#10;&#10;Description générée automatiquement">
              <a:extLst>
                <a:ext uri="{FF2B5EF4-FFF2-40B4-BE49-F238E27FC236}">
                  <a16:creationId xmlns:a16="http://schemas.microsoft.com/office/drawing/2014/main" id="{663BE605-13D5-1670-1227-4654C075B8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091" y="4202868"/>
              <a:ext cx="681296" cy="67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40A2D93-1740-4C6F-BAE9-B580F7FC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CDAC507-911E-4D9A-9367-5747FA03C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464651"/>
            <a:ext cx="7886700" cy="754227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213356"/>
            <a:ext cx="7886700" cy="1022855"/>
          </a:xfrm>
        </p:spPr>
        <p:txBody>
          <a:bodyPr anchor="b" anchorCtr="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9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FA5D0A9F-8F33-4831-AD7D-2432557235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79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0DF48902-085D-4BC8-BCCD-313EBE1A0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3811"/>
            <a:ext cx="7886700" cy="5127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3706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89494"/>
            <a:ext cx="3868340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3706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89494"/>
            <a:ext cx="3887391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D2195C6D-45B2-4126-88D3-5A236E8B5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42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ed de pag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DBC290-2349-4FC5-ABDF-9CB28F53C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88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5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6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0751FDA-1D85-4E19-80EA-B0CE6B0CE4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6461"/>
            <a:ext cx="7886700" cy="37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7125" y="4797491"/>
            <a:ext cx="8644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fld id="{51A6EA8C-2C90-4E49-8C34-37882B6FFE4F}" type="datetimeFigureOut">
              <a:rPr lang="fr-FR" smtClean="0"/>
              <a:pPr/>
              <a:t>25/09/2026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97491"/>
            <a:ext cx="42583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648" y="4797491"/>
            <a:ext cx="6107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84A7C"/>
                </a:solidFill>
              </a:defRPr>
            </a:lvl1pPr>
          </a:lstStyle>
          <a:p>
            <a:fld id="{33B8C7BD-462B-48D7-8427-09CAA7096E3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1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84A7C"/>
          </a:solidFill>
          <a:latin typeface="+mn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6"/>
        </a:buBlip>
        <a:tabLst/>
        <a:defRPr sz="2400" b="1" kern="1200">
          <a:solidFill>
            <a:srgbClr val="184A7C"/>
          </a:solidFill>
          <a:latin typeface="+mn-lt"/>
          <a:ea typeface="+mn-ea"/>
          <a:cs typeface="+mn-cs"/>
        </a:defRPr>
      </a:lvl1pPr>
      <a:lvl2pPr marL="53340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7"/>
        </a:buBlip>
        <a:tabLst/>
        <a:defRPr sz="2000" kern="1200">
          <a:solidFill>
            <a:srgbClr val="184A7C"/>
          </a:solidFill>
          <a:latin typeface="+mn-lt"/>
          <a:ea typeface="+mn-ea"/>
          <a:cs typeface="+mn-cs"/>
        </a:defRPr>
      </a:lvl2pPr>
      <a:lvl3pPr marL="717550" marR="0" indent="-2667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8"/>
        </a:buBlip>
        <a:tabLst/>
        <a:defRPr sz="1800" kern="1200">
          <a:solidFill>
            <a:srgbClr val="184A7C"/>
          </a:solidFill>
          <a:latin typeface="+mn-lt"/>
          <a:ea typeface="+mn-ea"/>
          <a:cs typeface="+mn-cs"/>
        </a:defRPr>
      </a:lvl3pPr>
      <a:lvl4pPr marL="987425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9"/>
        </a:buBlip>
        <a:tabLst/>
        <a:defRPr sz="1600" i="1" kern="1200">
          <a:solidFill>
            <a:srgbClr val="184A7C"/>
          </a:solidFill>
          <a:latin typeface="+mn-lt"/>
          <a:ea typeface="+mn-ea"/>
          <a:cs typeface="+mn-cs"/>
        </a:defRPr>
      </a:lvl4pPr>
      <a:lvl5pPr marL="1246188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20"/>
        </a:buBlip>
        <a:tabLst/>
        <a:defRPr sz="1600" kern="1200">
          <a:solidFill>
            <a:srgbClr val="184A7C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2001603"/>
            <a:ext cx="6858000" cy="957415"/>
          </a:xfrm>
        </p:spPr>
        <p:txBody>
          <a:bodyPr>
            <a:normAutofit/>
          </a:bodyPr>
          <a:lstStyle/>
          <a:p>
            <a:r>
              <a:rPr lang="fr-FR" b="1" dirty="0"/>
              <a:t>Service LLM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FD771-3B8E-E019-F742-113477F9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35" y="260848"/>
            <a:ext cx="1510850" cy="7698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A2454-C9B2-BE92-57E8-25153AF43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39" y="83770"/>
            <a:ext cx="1162998" cy="1124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AD411B4E-6E61-83A3-154F-38BB12EB8229}"/>
              </a:ext>
            </a:extLst>
          </p:cNvPr>
          <p:cNvSpPr txBox="1"/>
          <p:nvPr/>
        </p:nvSpPr>
        <p:spPr>
          <a:xfrm>
            <a:off x="4251960" y="3752836"/>
            <a:ext cx="112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/>
              <a:t>09/25/2026</a:t>
            </a:r>
          </a:p>
        </p:txBody>
      </p:sp>
    </p:spTree>
    <p:extLst>
      <p:ext uri="{BB962C8B-B14F-4D97-AF65-F5344CB8AC3E}">
        <p14:creationId xmlns:p14="http://schemas.microsoft.com/office/powerpoint/2010/main" val="266366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269A5-CF96-3E7C-5130-70C3F43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 de la présentation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58721A1-6C1D-DBB9-C7E8-10C4EAE8B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E13667-82D6-D2EA-E5DE-939BD12E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2ADEB7CC-52F9-CA22-D899-A38EF3503F29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fr-FR" b="1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4346614-A115-BB1C-0E08-5E06E3160334}"/>
              </a:ext>
            </a:extLst>
          </p:cNvPr>
          <p:cNvSpPr txBox="1">
            <a:spLocks/>
          </p:cNvSpPr>
          <p:nvPr/>
        </p:nvSpPr>
        <p:spPr>
          <a:xfrm>
            <a:off x="690065" y="102389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1 - 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Fine-tuning </a:t>
            </a:r>
            <a:endParaRPr lang="fr-FR" sz="2000" b="1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1A1C20A-93D1-B34B-C6A9-8CB8D3FF753F}"/>
              </a:ext>
            </a:extLst>
          </p:cNvPr>
          <p:cNvSpPr txBox="1">
            <a:spLocks/>
          </p:cNvSpPr>
          <p:nvPr/>
        </p:nvSpPr>
        <p:spPr>
          <a:xfrm>
            <a:off x="690065" y="155235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2 - 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Similarity</a:t>
            </a:r>
            <a:endParaRPr lang="fr-FR" sz="2000" b="1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369AB3A-5607-3BE2-91D6-DAF943A6D2D2}"/>
              </a:ext>
            </a:extLst>
          </p:cNvPr>
          <p:cNvSpPr txBox="1">
            <a:spLocks/>
          </p:cNvSpPr>
          <p:nvPr/>
        </p:nvSpPr>
        <p:spPr>
          <a:xfrm>
            <a:off x="690065" y="2069599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3 – 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Crisp et Soft </a:t>
            </a:r>
            <a:endParaRPr lang="fr-FR" sz="2000" b="1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13ECCE4-94CB-D32A-6EA9-CE672EB6A950}"/>
              </a:ext>
            </a:extLst>
          </p:cNvPr>
          <p:cNvSpPr txBox="1">
            <a:spLocks/>
          </p:cNvSpPr>
          <p:nvPr/>
        </p:nvSpPr>
        <p:spPr>
          <a:xfrm>
            <a:off x="690065" y="2606898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4 – </a:t>
            </a:r>
            <a:r>
              <a:rPr lang="fr-FR" sz="2000" b="1" dirty="0">
                <a:solidFill>
                  <a:schemeClr val="tx1"/>
                </a:solidFill>
              </a:rPr>
              <a:t>Exemples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13227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Fine-tuning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080F3BA-8C61-F1C6-8F77-3B6D2673FC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516" y="883968"/>
            <a:ext cx="5034484" cy="373990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E30B146-DF8E-22AA-04BB-395883CBFB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3" y="1227961"/>
            <a:ext cx="4071644" cy="268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3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Similarity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4B6F7A1-FE5B-4830-B7E1-0D1D78BC07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508" y="1365911"/>
            <a:ext cx="4378492" cy="261341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B1E6435-DE55-CB35-C52A-82F4279ABE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5911"/>
            <a:ext cx="4545328" cy="250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5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Crisp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F1F3D3C-A578-F45D-A84A-89C82DA2C3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045179"/>
            <a:ext cx="3657600" cy="3409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663BAF2-413A-A4CA-68F3-7D64BB4857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486400" cy="277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9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Soft : </a:t>
            </a:r>
            <a:r>
              <a:rPr lang="en-US" sz="2000" b="1" dirty="0" err="1"/>
              <a:t>brique</a:t>
            </a:r>
            <a:r>
              <a:rPr lang="en-US" sz="2000" b="1" dirty="0"/>
              <a:t>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12C0F1C-F5F8-81BF-AF58-46DA3B86B5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803" y="1107287"/>
            <a:ext cx="3315197" cy="309043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7F1DE4B-0D4F-A8B4-CDE2-3FC91155D5F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828803" cy="27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1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Fine-tuning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1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5DFE22F-279D-DF86-C13B-FFDBCA2BAA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880" y="859533"/>
            <a:ext cx="4770120" cy="378877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2CFA712-0C82-61D7-4813-730D29FDCA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2265"/>
            <a:ext cx="4373880" cy="276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77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Similarity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1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0FA26FF-6318-8730-6DFD-2330FF3188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36" y="1280160"/>
            <a:ext cx="4003664" cy="238968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840686E-6C9A-4393-C6D4-7B5CDF2109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11400"/>
            <a:ext cx="5140336" cy="368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43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Crisp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1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3DC10B5-BC2B-655A-A1E0-3497BA70E7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102" y="978361"/>
            <a:ext cx="3568898" cy="332693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5700289-10BE-23C8-01DA-16E1665776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575102" cy="27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7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Soft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1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106952" y="4780873"/>
            <a:ext cx="51838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B402868-4155-8AD8-A03E-EECAD2197D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960" y="823958"/>
            <a:ext cx="3749040" cy="349486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8EE6312-67F5-D042-6DAC-9FF18870AC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394960" cy="27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8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Fine-tuning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2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0420848-071A-A7B4-0F70-C0919F1C8B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503" y="915183"/>
            <a:ext cx="4399497" cy="326819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E923AE4-34C5-EBBA-F2B9-7F748D1BF5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48663"/>
            <a:ext cx="4739640" cy="365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1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Similarity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2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1FE22B1-FBB0-CC64-D141-7027B8ADF1D8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12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0B079C3-36EE-C52B-D4D1-5BCE7E3C6D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080" y="848663"/>
            <a:ext cx="4296920" cy="256472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FC553A1-AE3B-FB2F-2AA7-E69757DADD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90190"/>
            <a:ext cx="4847080" cy="368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84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Crisp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2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49E3A55-205F-6213-C5CA-5348C33A99A4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13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E875023-41DE-27ED-0406-D31CB201CD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362" y="776620"/>
            <a:ext cx="3460638" cy="322601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F3B671F-21A9-130A-34E2-7E3FA19020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683362" cy="27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6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Soft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2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9933E5DF-A031-9DB2-F002-E0F88CE5B97C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14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02405FF-BF3C-09B3-9888-CEE1F067C2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735" y="848663"/>
            <a:ext cx="3463265" cy="322846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BD870C6-FD15-9B70-1CEE-A056381B7E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680735" cy="27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Fine-tuning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3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B465DA3-0C75-1838-62DD-5EE62D4E7C36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CAA2822-1888-543C-66BD-6BCCAD425B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944" y="848663"/>
            <a:ext cx="3987056" cy="296181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978DA94-44D3-FAA8-F5C2-62C95E7C91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9764"/>
            <a:ext cx="5117976" cy="323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3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Similarity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3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68157D2-01CD-2452-C805-EA83F7274C41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16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7386F08-6FD1-3A52-5B9F-6181A95363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084" y="848663"/>
            <a:ext cx="4197916" cy="250563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5F32379-4D87-70CC-C463-470EA32B6B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3665"/>
            <a:ext cx="4946084" cy="368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2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Crisp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3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C163119-3A94-8F94-E784-3819F26AA700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17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8144E77-F3C6-2B11-236D-B3F0FA53B3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777" y="806556"/>
            <a:ext cx="3533223" cy="329368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D8BF8DB-C57D-6772-B364-8E9110B6AF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610777" cy="27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2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Soft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3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CAC2E59-5B76-6AB0-1D1F-D6883ADA5A7A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18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F14E632-BB48-4D09-CD5A-B03D7B6BF2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060" y="831674"/>
            <a:ext cx="3710940" cy="345935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20EDFC4-A89E-DF46-4AF6-9544D7499C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433060" cy="27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1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Fine-tuning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4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11FF0EC-F795-09FE-8D8F-B897D35A58A5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19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5B28DF3-1464-F2EB-B495-CD81E03C3A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700" y="848663"/>
            <a:ext cx="3924300" cy="382080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7973BE0-A9B1-C8D3-ADA3-362108A086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8663"/>
            <a:ext cx="5285239" cy="334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6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Similarity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4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102FC4E-751D-F089-26D8-D425E86C587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20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3DB601E-C9CC-66E6-882E-258F0B0D84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300" y="848663"/>
            <a:ext cx="4507567" cy="269045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3C8CA69-AD26-5A42-B5F9-C0DC99EAED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48663"/>
            <a:ext cx="4658300" cy="315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Crisp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4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5A37680-6FB6-9347-7ECB-9B670D5BF28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21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AF82016-79DD-C314-4B85-336FCC0C1D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482" y="771363"/>
            <a:ext cx="3864518" cy="360251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8BC02F8-AC01-F0F1-82F4-33B8E75377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279482" cy="27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0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Soft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4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1E9C3AD-728A-09B8-1553-995EC1B3764A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22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60ADE96-ED78-76E4-A26B-DEAB6E6E32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603" y="816789"/>
            <a:ext cx="3750397" cy="349613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F7E7BE3-94B8-1914-4BB9-7A6A45D99C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393603" cy="27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79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Fine-tuning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11FF0EC-F795-09FE-8D8F-B897D35A58A5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23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325607C-06C5-1781-6081-71616F24FF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821" y="848663"/>
            <a:ext cx="4107180" cy="343017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9E094AB-5610-DDFD-B417-F78B113E8B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8663"/>
            <a:ext cx="4983480" cy="315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6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Similarity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102FC4E-751D-F089-26D8-D425E86C587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24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70A7D0A-2313-64C3-1278-4EE3B15442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894" y="848663"/>
            <a:ext cx="4512106" cy="269316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70D1C57-6281-307B-B7D5-9CED25CD10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8662"/>
            <a:ext cx="4631894" cy="255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10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Crisp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5A37680-6FB6-9347-7ECB-9B670D5BF28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25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5208365-EE4A-74F7-0952-4B8E90069B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365" y="1005466"/>
            <a:ext cx="3173635" cy="295847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DC85E44-289D-DF40-B88E-A6CA112A4E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970365" cy="27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3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Soft : </a:t>
            </a:r>
            <a:r>
              <a:rPr lang="en-US" sz="1800" b="1" kern="1200" dirty="0" err="1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brique</a:t>
            </a:r>
            <a:r>
              <a:rPr lang="en-US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 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1E9C3AD-728A-09B8-1553-995EC1B3764A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26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1F65794-0D46-5828-7FD8-C3AA6DEB87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674" y="848663"/>
            <a:ext cx="3487326" cy="325089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E809E31-5C0D-2A3B-726C-74682CB956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561"/>
            <a:ext cx="5656674" cy="27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7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27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598EF5A-0760-F3E3-CADF-B947B22D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433" y="848663"/>
            <a:ext cx="5216966" cy="386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7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28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7A57EBD-22B3-473F-761C-001E0E2BE1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743" y="756513"/>
            <a:ext cx="5384606" cy="398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1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0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29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CB55CC1-BF80-181D-E9A8-0EAC6131B1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07" y="848663"/>
            <a:ext cx="4980746" cy="368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0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1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30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19F80D5-31A9-6DEF-E1A9-754D3366EB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805" y="858477"/>
            <a:ext cx="5042989" cy="373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7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1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31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323803A-16BD-5FB3-1223-830B382C89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558" y="848663"/>
            <a:ext cx="5147483" cy="381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23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1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32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3979D33-8868-EF10-FD37-F4C810DD4B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713" y="760178"/>
            <a:ext cx="5308406" cy="393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9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2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33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44738AB-B571-99E7-EA42-FE40FE76B9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271" y="848663"/>
            <a:ext cx="4800950" cy="360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98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2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34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8F81A55-5FE1-118A-A2C1-5045A9DE08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79" y="861995"/>
            <a:ext cx="4961721" cy="372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7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2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35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6057E75-DBE1-AAB1-4DCF-4D518806D3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39" y="778969"/>
            <a:ext cx="5182701" cy="389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0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3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36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D22A9BA-19E5-8147-C9D8-01BBFF414C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369" y="758902"/>
            <a:ext cx="5319861" cy="399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1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3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37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7417B4B-5DF6-F5B6-C487-C6F432FEE6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249" y="864858"/>
            <a:ext cx="4954101" cy="372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43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3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38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C00E21-4956-2A06-6496-027B6E3ABF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040" y="747896"/>
            <a:ext cx="5243660" cy="394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3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4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39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FD730C0-22FD-9F80-FC5A-20A27FC7F5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287" y="827788"/>
            <a:ext cx="4703304" cy="391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9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4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40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39DD93C-F2A8-2592-4D12-3AE21603AC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360" y="885956"/>
            <a:ext cx="4709159" cy="365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0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4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41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BC695DF-017F-ACCA-95C6-72D13270EB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715" y="848663"/>
            <a:ext cx="4928402" cy="398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8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42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A443B4C-6063-15F9-24A8-04BAC0C4E4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062" y="818078"/>
            <a:ext cx="5034475" cy="392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9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43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47A6AF6-C454-AB1A-0984-63C3C667BB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160" y="815214"/>
            <a:ext cx="4860485" cy="365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0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chemeClr val="tx1"/>
                </a:solidFill>
              </a:rPr>
              <a:t>Exemple : brique 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44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A3192C6-5616-D54F-149E-D41D3A3E5A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02" y="782416"/>
            <a:ext cx="5080195" cy="396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7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Thème Office">
  <a:themeElements>
    <a:clrScheme name="LIRIS_2015">
      <a:dk1>
        <a:srgbClr val="184A7C"/>
      </a:dk1>
      <a:lt1>
        <a:sysClr val="window" lastClr="FFFFFF"/>
      </a:lt1>
      <a:dk2>
        <a:srgbClr val="727CA1"/>
      </a:dk2>
      <a:lt2>
        <a:srgbClr val="EEECE1"/>
      </a:lt2>
      <a:accent1>
        <a:srgbClr val="B5397D"/>
      </a:accent1>
      <a:accent2>
        <a:srgbClr val="B8B90C"/>
      </a:accent2>
      <a:accent3>
        <a:srgbClr val="9571AB"/>
      </a:accent3>
      <a:accent4>
        <a:srgbClr val="A0C7E7"/>
      </a:accent4>
      <a:accent5>
        <a:srgbClr val="368AD2"/>
      </a:accent5>
      <a:accent6>
        <a:srgbClr val="FF8D40"/>
      </a:accent6>
      <a:hlink>
        <a:srgbClr val="B5397D"/>
      </a:hlink>
      <a:folHlink>
        <a:srgbClr val="800080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4" id="{7D53479B-BFB6-4E85-BA88-194112626D1D}" vid="{7CEA4CB0-7113-45A9-A115-E97C542A1D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theme_LIRIS_16_9e_2024</Template>
  <TotalTime>0</TotalTime>
  <Words>232</Words>
  <Application>Microsoft Office PowerPoint</Application>
  <PresentationFormat>Affichage à l'écran (16:9)</PresentationFormat>
  <Paragraphs>92</Paragraphs>
  <Slides>44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8" baseType="lpstr">
      <vt:lpstr>Arial</vt:lpstr>
      <vt:lpstr>Calibri</vt:lpstr>
      <vt:lpstr>Times New Roman</vt:lpstr>
      <vt:lpstr>Thème Office</vt:lpstr>
      <vt:lpstr>Service LLM</vt:lpstr>
      <vt:lpstr>Plan de la présentation</vt:lpstr>
      <vt:lpstr>Fine-tuning : brique 0</vt:lpstr>
      <vt:lpstr>Similarity : brique 0</vt:lpstr>
      <vt:lpstr>Crisp : brique 0</vt:lpstr>
      <vt:lpstr>Soft : brique 0</vt:lpstr>
      <vt:lpstr>Fine-tuning : brique 1</vt:lpstr>
      <vt:lpstr>Similarity : brique 1</vt:lpstr>
      <vt:lpstr>Crisp : brique 1</vt:lpstr>
      <vt:lpstr>Soft : brique 1</vt:lpstr>
      <vt:lpstr>Fine-tuning : brique 2</vt:lpstr>
      <vt:lpstr>Similarity : brique 2</vt:lpstr>
      <vt:lpstr>Crisp : brique 2</vt:lpstr>
      <vt:lpstr>Soft : brique 2</vt:lpstr>
      <vt:lpstr>Fine-tuning : brique 3</vt:lpstr>
      <vt:lpstr>Similarity : brique 3</vt:lpstr>
      <vt:lpstr>Crisp : brique 3</vt:lpstr>
      <vt:lpstr>Soft : brique 3</vt:lpstr>
      <vt:lpstr>Fine-tuning : brique 4</vt:lpstr>
      <vt:lpstr>Similarity : brique 4</vt:lpstr>
      <vt:lpstr>Crisp : brique 4</vt:lpstr>
      <vt:lpstr>Soft : brique 4</vt:lpstr>
      <vt:lpstr>Fine-tuning : brique ALL</vt:lpstr>
      <vt:lpstr>Similarity : brique ALL</vt:lpstr>
      <vt:lpstr>Crisp : brique ALL</vt:lpstr>
      <vt:lpstr>Soft : brique ALL</vt:lpstr>
      <vt:lpstr>Exemple : brique 0</vt:lpstr>
      <vt:lpstr>Exemple : brique 0</vt:lpstr>
      <vt:lpstr>Exemple : brique 0</vt:lpstr>
      <vt:lpstr>Exemple : brique 1</vt:lpstr>
      <vt:lpstr>Exemple : brique 1</vt:lpstr>
      <vt:lpstr>Exemple : brique 1</vt:lpstr>
      <vt:lpstr>Exemple : brique 2</vt:lpstr>
      <vt:lpstr>Exemple : brique 2</vt:lpstr>
      <vt:lpstr>Exemple : brique 2</vt:lpstr>
      <vt:lpstr>Exemple : brique 3</vt:lpstr>
      <vt:lpstr>Exemple : brique 3</vt:lpstr>
      <vt:lpstr>Exemple : brique 3</vt:lpstr>
      <vt:lpstr>Exemple : brique 4</vt:lpstr>
      <vt:lpstr>Exemple : brique 4</vt:lpstr>
      <vt:lpstr>Exemple : brique 4</vt:lpstr>
      <vt:lpstr>Exemple : brique ALL</vt:lpstr>
      <vt:lpstr>Exemple : brique ALL</vt:lpstr>
      <vt:lpstr>Exemple : brique 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Rida</dc:creator>
  <cp:lastModifiedBy>Asri Rida</cp:lastModifiedBy>
  <cp:revision>102</cp:revision>
  <dcterms:created xsi:type="dcterms:W3CDTF">2026-05-20T12:58:41Z</dcterms:created>
  <dcterms:modified xsi:type="dcterms:W3CDTF">2026-09-25T14:07:25Z</dcterms:modified>
</cp:coreProperties>
</file>